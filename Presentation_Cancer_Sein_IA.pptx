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Détection du Cancer du Sein par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Application Django + Deep Learning (CNN) sur le dataset BUSI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Détecter automatiquement les tumeurs bénignes ou malignes à partir d’images d’échographie mammaire.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Classification binaire</a:t>
            </a:r>
          </a:p>
          <a:p>
            <a:r>
              <a:t>• Application web intelligente</a:t>
            </a:r>
          </a:p>
          <a:p>
            <a:r>
              <a:t>• Aide à la décision médicale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BUSI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647 images utilisées</a:t>
            </a:r>
          </a:p>
          <a:p>
            <a:r>
              <a:t>437 bénignes</a:t>
            </a:r>
          </a:p>
          <a:p>
            <a:r>
              <a:t>210 malignes</a:t>
            </a:r>
          </a:p>
          <a:p>
            <a:r>
              <a:t>Images d’échographie mammaire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3.9</a:t>
            </a:r>
          </a:p>
          <a:p>
            <a:r>
              <a:t>Django 4.2</a:t>
            </a:r>
          </a:p>
          <a:p>
            <a:r>
              <a:t>TensorFlow/Keras</a:t>
            </a:r>
          </a:p>
          <a:p>
            <a:r>
              <a:t>OpenCV</a:t>
            </a:r>
          </a:p>
          <a:p>
            <a:r>
              <a:t>SQLite</a:t>
            </a:r>
          </a:p>
          <a:p>
            <a:r>
              <a:t>Bootstrap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Utilisateur → Upload image → Prétraitement → CNN → Grad-CAM → Résultat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 blocs Conv2D + BatchNorm + MaxPooling</a:t>
            </a:r>
          </a:p>
          <a:p>
            <a:r>
              <a:t>GlobalAveragePooling</a:t>
            </a:r>
          </a:p>
          <a:p>
            <a:r>
              <a:t>Dense 256</a:t>
            </a:r>
          </a:p>
          <a:p>
            <a:r>
              <a:t>Sortie Sigmoid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Prétraitement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image</a:t>
            </a:r>
          </a:p>
          <a:p>
            <a:r>
              <a:t>RGB</a:t>
            </a:r>
          </a:p>
          <a:p>
            <a:r>
              <a:t>224×224</a:t>
            </a:r>
          </a:p>
          <a:p>
            <a:r>
              <a:t>Normalisation [0,1]</a:t>
            </a:r>
          </a:p>
          <a:p>
            <a:r>
              <a:t>Ajout dimension batch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(Grad-CAM)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Carte de chaleur montrant les zones ayant influencé la décision du modèle.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Stockage des analyses : image, résultat, confiance, Grad-CAM, 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AUC = 0.714</a:t>
            </a:r>
          </a:p>
          <a:p>
            <a:r>
              <a:t>Performance correcte pour un CNN entraîné from scratch.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d’image</a:t>
            </a:r>
          </a:p>
          <a:p>
            <a:r>
              <a:t>Historique</a:t>
            </a:r>
          </a:p>
          <a:p>
            <a:r>
              <a:t>Administration</a:t>
            </a:r>
          </a:p>
          <a:p>
            <a:r>
              <a:t>Visualisation Grad-CAM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et améliorations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Learning (ResNet50/EfficientNet)</a:t>
            </a:r>
          </a:p>
          <a:p>
            <a:r>
              <a:t>API REST</a:t>
            </a:r>
          </a:p>
          <a:p>
            <a:r>
              <a:t>Authentification</a:t>
            </a:r>
          </a:p>
          <a:p>
            <a:r>
              <a:t>Docker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éducatif démontrant l’utilisation du Deep Learning et de l’IA explicable pour le dépistage du cancer du sein.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